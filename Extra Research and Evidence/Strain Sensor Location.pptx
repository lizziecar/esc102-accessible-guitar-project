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152400" y="965038"/>
            <a:ext cx="8991600" cy="3213418"/>
            <a:chOff x="152400" y="965038"/>
            <a:chExt cx="8991600" cy="3213418"/>
          </a:xfrm>
        </p:grpSpPr>
        <p:pic>
          <p:nvPicPr>
            <p:cNvPr id="55" name="Google Shape;5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965038"/>
              <a:ext cx="8839200" cy="321341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" name="Google Shape;56;p13"/>
            <p:cNvCxnSpPr/>
            <p:nvPr/>
          </p:nvCxnSpPr>
          <p:spPr>
            <a:xfrm>
              <a:off x="5339750" y="287941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5339750" y="297065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5339750" y="278817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5339750" y="269693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5339750" y="260569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5339750" y="2514457"/>
              <a:ext cx="15585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115808" y="287941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7115808" y="297065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7115808" y="278817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7115808" y="269693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7115808" y="260569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7115808" y="251445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8" name="Google Shape;68;p13"/>
            <p:cNvSpPr/>
            <p:nvPr/>
          </p:nvSpPr>
          <p:spPr>
            <a:xfrm>
              <a:off x="7310633" y="2853150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7310633" y="2940809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7310633" y="2765491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310633" y="2677833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7310633" y="2590174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7310633" y="2502515"/>
              <a:ext cx="435300" cy="52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4" name="Google Shape;74;p13"/>
            <p:cNvCxnSpPr/>
            <p:nvPr/>
          </p:nvCxnSpPr>
          <p:spPr>
            <a:xfrm>
              <a:off x="7748325" y="287941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3"/>
            <p:cNvCxnSpPr/>
            <p:nvPr/>
          </p:nvCxnSpPr>
          <p:spPr>
            <a:xfrm>
              <a:off x="7748325" y="297065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7748325" y="278817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3"/>
            <p:cNvCxnSpPr/>
            <p:nvPr/>
          </p:nvCxnSpPr>
          <p:spPr>
            <a:xfrm>
              <a:off x="7748325" y="269693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13"/>
            <p:cNvCxnSpPr/>
            <p:nvPr/>
          </p:nvCxnSpPr>
          <p:spPr>
            <a:xfrm>
              <a:off x="7748325" y="260569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7748325" y="2514450"/>
              <a:ext cx="194700" cy="0"/>
            </a:xfrm>
            <a:prstGeom prst="straightConnector1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0" name="Google Shape;80;p13"/>
            <p:cNvSpPr/>
            <p:nvPr/>
          </p:nvSpPr>
          <p:spPr>
            <a:xfrm>
              <a:off x="7907489" y="2483434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7907489" y="2573489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7907489" y="2660080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7907489" y="2757061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7907489" y="2843652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7907489" y="2940634"/>
              <a:ext cx="52500" cy="525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6837200" y="3116100"/>
              <a:ext cx="1199700" cy="2703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200"/>
                <a:t>Arduino</a:t>
              </a:r>
              <a:endParaRPr sz="1200"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6850370" y="1799591"/>
              <a:ext cx="1558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200"/>
                <a:t>Strain Gauge Sensors</a:t>
              </a:r>
              <a:endParaRPr sz="1200"/>
            </a:p>
          </p:txBody>
        </p:sp>
        <p:cxnSp>
          <p:nvCxnSpPr>
            <p:cNvPr id="88" name="Google Shape;88;p13"/>
            <p:cNvCxnSpPr/>
            <p:nvPr/>
          </p:nvCxnSpPr>
          <p:spPr>
            <a:xfrm flipH="1">
              <a:off x="7528302" y="2277491"/>
              <a:ext cx="122100" cy="22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9" name="Google Shape;89;p13"/>
            <p:cNvSpPr txBox="1"/>
            <p:nvPr/>
          </p:nvSpPr>
          <p:spPr>
            <a:xfrm>
              <a:off x="5409477" y="1719016"/>
              <a:ext cx="1558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200"/>
                <a:t>Guitar Strings</a:t>
              </a:r>
              <a:endParaRPr sz="1200"/>
            </a:p>
          </p:txBody>
        </p:sp>
        <p:cxnSp>
          <p:nvCxnSpPr>
            <p:cNvPr id="90" name="Google Shape;90;p13"/>
            <p:cNvCxnSpPr/>
            <p:nvPr/>
          </p:nvCxnSpPr>
          <p:spPr>
            <a:xfrm>
              <a:off x="6188727" y="2012116"/>
              <a:ext cx="35400" cy="513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91" name="Google Shape;91;p13"/>
            <p:cNvSpPr txBox="1"/>
            <p:nvPr/>
          </p:nvSpPr>
          <p:spPr>
            <a:xfrm>
              <a:off x="8139000" y="2917100"/>
              <a:ext cx="1005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CA" sz="1200"/>
                <a:t>Screw Eyes</a:t>
              </a:r>
              <a:endParaRPr sz="1200"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7980327" y="2878209"/>
              <a:ext cx="630000" cy="10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