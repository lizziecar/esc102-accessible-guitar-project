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94EC70-A75A-4A28-944D-E9D3B4B1A031}">
  <a:tblStyle styleId="{9E94EC70-A75A-4A28-944D-E9D3B4B1A0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4b0eccb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4b0eccb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4b0eccb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4b0eccb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24b0eccb5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24b0eccb5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4b0eccb5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4b0eccb5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4b0eccb5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24b0eccb5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4b0eccb5a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24b0eccb5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4b0eccb5a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4b0eccb5a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186500" y="34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{9E94EC70-A75A-4A28-944D-E9D3B4B1A031}</a:tableStyleId>
              </a:tblPr>
              <a:tblGrid>
                <a:gridCol w="1743850"/>
                <a:gridCol w="1743850"/>
                <a:gridCol w="1743850"/>
                <a:gridCol w="1743850"/>
                <a:gridCol w="1743850"/>
              </a:tblGrid>
              <a:tr h="76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even close to a guitar 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possibly be seen as guitar-like (2)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Sort of like guitar (3)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Exactly like guitar (4)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1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Strumming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see no way how this is like a guitar. This is nothing like strumming a guitar.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can vaguely see how this is like strumming a guitar. The spirit is there but I don’t think I could get used to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This feels like strumming a guitar, just slightly modified. With practice I could get used to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don’t feel any differences between strumming this and strumming a guitar.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8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Fretting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am not fretting at all and have no control over what notes or chords I am playing.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have some control over what I want to play. But the possibilities are limited. I don’t think I could get used to playing like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have a lot of control over what I want to play even if its not complete control. I could get used to </a:t>
                      </a:r>
                      <a:r>
                        <a:rPr lang="en"/>
                        <a:t>fretting</a:t>
                      </a:r>
                      <a:r>
                        <a:rPr lang="en"/>
                        <a:t> like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There are no differences in </a:t>
                      </a:r>
                      <a:r>
                        <a:rPr lang="en"/>
                        <a:t>fretting</a:t>
                      </a:r>
                      <a:r>
                        <a:rPr lang="en"/>
                        <a:t> between this and a normal guitar. </a:t>
                      </a:r>
                      <a:r>
                        <a:rPr lang="en"/>
                        <a:t>It's</a:t>
                      </a:r>
                      <a:r>
                        <a:rPr lang="en"/>
                        <a:t> exactly the same.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" name="Google Shape;55;p13"/>
          <p:cNvSpPr txBox="1"/>
          <p:nvPr/>
        </p:nvSpPr>
        <p:spPr>
          <a:xfrm>
            <a:off x="155400" y="0"/>
            <a:ext cx="240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Authenticity Scale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Google Shape;60;p14"/>
          <p:cNvGraphicFramePr/>
          <p:nvPr/>
        </p:nvGraphicFramePr>
        <p:xfrm>
          <a:off x="186500" y="34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{9E94EC70-A75A-4A28-944D-E9D3B4B1A031}</a:tableStyleId>
              </a:tblPr>
              <a:tblGrid>
                <a:gridCol w="1743850"/>
                <a:gridCol w="1743850"/>
                <a:gridCol w="1743850"/>
                <a:gridCol w="1743850"/>
                <a:gridCol w="1743850"/>
              </a:tblGrid>
              <a:tr h="76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even close to a guitar 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possibly be seen as guitar-like (2)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Sort of like guitar (3)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Exactly like guitar (4)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1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Strumming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see no way how this is like a guitar. This is nothing like strumming a guitar.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can vaguely see how this is like strumming a guitar. The spirit is there but I don’t think I could get used to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This feels like strumming a guitar, just slightly modified. With practice I could get used to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don’t feel any differences between strumming this and strumming a guitar.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208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Fretting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am not fretting at all and have no control over what notes or chords I am playing.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have some control over what I want to play. But the possibilities are limited. I don’t think I could get used to playing like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have a lot of control over what I want to play even if its not complete control. I could get used to fretting like this.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There are no differences in fretting between this and a normal guitar. It's exactly the same.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" name="Google Shape;61;p14"/>
          <p:cNvSpPr txBox="1"/>
          <p:nvPr/>
        </p:nvSpPr>
        <p:spPr>
          <a:xfrm>
            <a:off x="155400" y="0"/>
            <a:ext cx="240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Authenticity Scale: </a:t>
            </a:r>
            <a:r>
              <a:rPr b="1" lang="en"/>
              <a:t>Capo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/>
          <p:cNvGraphicFramePr/>
          <p:nvPr/>
        </p:nvGraphicFramePr>
        <p:xfrm>
          <a:off x="186500" y="34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{9E94EC70-A75A-4A28-944D-E9D3B4B1A031}</a:tableStyleId>
              </a:tblPr>
              <a:tblGrid>
                <a:gridCol w="1743850"/>
                <a:gridCol w="1743850"/>
                <a:gridCol w="1743850"/>
                <a:gridCol w="1743850"/>
                <a:gridCol w="1743850"/>
              </a:tblGrid>
              <a:tr h="76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even close to a guitar 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possibly be seen as guitar-like (2)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Sort of like guitar (3)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Exactly like guitar (4)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1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Strumming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see no way how this is like a guitar. This is nothing like strumming a guitar.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can vaguely see how this is like strumming a guitar. The spirit is there but I don’t think I could get used to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This feels like strumming a guitar, just slightly modified. With practice I could get used to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don’t feel any differences between strumming this and strumming a guitar.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208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Fretting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am not fretting at all and have no control over what notes or chords I am playing.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have some control over what I want to play. But the possibilities are limited. I don’t think I could get used to playing like this.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have a lot of control over what I want to play even if its not complete control. I could get used to fretting like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There are no differences in fretting between this and a normal guitar. It's exactly the same.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7" name="Google Shape;67;p15"/>
          <p:cNvSpPr txBox="1"/>
          <p:nvPr/>
        </p:nvSpPr>
        <p:spPr>
          <a:xfrm>
            <a:off x="155400" y="0"/>
            <a:ext cx="351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Authenticity Scale: </a:t>
            </a:r>
            <a:r>
              <a:rPr b="1" lang="en"/>
              <a:t>Guitar App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6"/>
          <p:cNvGraphicFramePr/>
          <p:nvPr/>
        </p:nvGraphicFramePr>
        <p:xfrm>
          <a:off x="186500" y="34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{9E94EC70-A75A-4A28-944D-E9D3B4B1A031}</a:tableStyleId>
              </a:tblPr>
              <a:tblGrid>
                <a:gridCol w="1743850"/>
                <a:gridCol w="1743850"/>
                <a:gridCol w="1743850"/>
                <a:gridCol w="1743850"/>
                <a:gridCol w="1743850"/>
              </a:tblGrid>
              <a:tr h="76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even close to a guitar (1)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possibly be seen as guitar-like (2)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Sort of like guitar (3)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Exactly like guitar (4)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1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Strumming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see no way how this is like a guitar. This is nothing like strumming a guitar.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can vaguely see how this is like strumming a guitar. The spirit is there but I don’t think I could get used to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This feels like strumming a guitar, just slightly modified. With practice I could get used to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don’t feel any differences between strumming this and strumming a guitar.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208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Fretting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am not fretting at all and have no control over what notes or chords I am playing.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have some control over what I want to play. But the possibilities are limited. I don’t think I could get used to playing like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 have a lot of control over what I want to play even if its not complete control. I could get used to fretting like this.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There are no differences in fretting between this and a normal guitar. It's exactly the same.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73" name="Google Shape;73;p16"/>
          <p:cNvSpPr txBox="1"/>
          <p:nvPr/>
        </p:nvSpPr>
        <p:spPr>
          <a:xfrm>
            <a:off x="155400" y="0"/>
            <a:ext cx="364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Authenticity Scale: </a:t>
            </a:r>
            <a:r>
              <a:rPr b="1" lang="en"/>
              <a:t>Digital</a:t>
            </a:r>
            <a:r>
              <a:rPr b="1" lang="en"/>
              <a:t> Guitar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66600" y="66600"/>
            <a:ext cx="240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 Matrix</a:t>
            </a:r>
            <a:endParaRPr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156900" y="52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{9E94EC70-A75A-4A28-944D-E9D3B4B1A031}</a:tableStyleId>
              </a:tblPr>
              <a:tblGrid>
                <a:gridCol w="1156800"/>
                <a:gridCol w="2843925"/>
                <a:gridCol w="2843925"/>
                <a:gridCol w="2000350"/>
              </a:tblGrid>
              <a:tr h="3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Capo Concept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Guitar App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Digital Guitar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2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Pinch </a:t>
                      </a:r>
                      <a:r>
                        <a:rPr lang="en"/>
                        <a:t>Strength</a:t>
                      </a:r>
                      <a:r>
                        <a:rPr lang="en"/>
                        <a:t> Reduction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Conceptually would reduce Key Pinch Strength by a factor of 5.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Reduces Key Pinch Strength required by 100%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Reduces Key Pinch Strength by 92%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2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 of Chords that can be played.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Doesn’t meet constraint of: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Must play I - V and IV chords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play all chords accessible by the first 5 </a:t>
                      </a:r>
                      <a:r>
                        <a:rPr lang="en"/>
                        <a:t>frets.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play all chords and all keys.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2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Authenticity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7/8 from our authenticity scale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</a:t>
                      </a:r>
                      <a:r>
                        <a:rPr lang="en"/>
                        <a:t>5/8</a:t>
                      </a:r>
                      <a:r>
                        <a:rPr lang="en"/>
                        <a:t> from our </a:t>
                      </a:r>
                      <a:r>
                        <a:rPr lang="en"/>
                        <a:t>authenticity</a:t>
                      </a:r>
                      <a:r>
                        <a:rPr lang="en"/>
                        <a:t> scale.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8/8 from our authenticity scale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66600" y="66600"/>
            <a:ext cx="68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Pugh Chart: Digital Guitar as Reference </a:t>
            </a:r>
            <a:endParaRPr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156900" y="52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{9E94EC70-A75A-4A28-944D-E9D3B4B1A031}</a:tableStyleId>
              </a:tblPr>
              <a:tblGrid>
                <a:gridCol w="1156800"/>
                <a:gridCol w="2843925"/>
                <a:gridCol w="2843925"/>
                <a:gridCol w="2000350"/>
              </a:tblGrid>
              <a:tr h="3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Capo Concept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Guitar App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Digital</a:t>
                      </a:r>
                      <a:r>
                        <a:rPr lang="en"/>
                        <a:t> Guitar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2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Pinch Strength Reduction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+1</a:t>
                      </a:r>
                      <a:endParaRPr>
                        <a:highlight>
                          <a:srgbClr val="00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  <a:tr h="132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 of Chords that can be played.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  <a:tr h="132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Authenticity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66600" y="66600"/>
            <a:ext cx="354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Pugh Chart: Guitar App as Reference </a:t>
            </a:r>
            <a:endParaRPr/>
          </a:p>
        </p:txBody>
      </p:sp>
      <p:graphicFrame>
        <p:nvGraphicFramePr>
          <p:cNvPr id="91" name="Google Shape;91;p19"/>
          <p:cNvGraphicFramePr/>
          <p:nvPr/>
        </p:nvGraphicFramePr>
        <p:xfrm>
          <a:off x="156900" y="52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{9E94EC70-A75A-4A28-944D-E9D3B4B1A031}</a:tableStyleId>
              </a:tblPr>
              <a:tblGrid>
                <a:gridCol w="1156800"/>
                <a:gridCol w="2843925"/>
                <a:gridCol w="2843925"/>
                <a:gridCol w="2000350"/>
              </a:tblGrid>
              <a:tr h="3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Capo Concept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Guitar App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Digital</a:t>
                      </a:r>
                      <a:r>
                        <a:rPr lang="en"/>
                        <a:t> Guitar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2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Pinch Strength Reduction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  <a:tr h="132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 of Chords that can be played.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132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Authenticity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