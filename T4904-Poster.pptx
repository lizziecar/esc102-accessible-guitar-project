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32918400" cx="65836800"/>
  <p:notesSz cx="6858000" cy="9144000"/>
  <p:embeddedFontLst>
    <p:embeddedFont>
      <p:font typeface="Oxygen"/>
      <p:regular r:id="rId7"/>
      <p:bold r:id="rId8"/>
    </p:embeddedFont>
    <p:embeddedFont>
      <p:font typeface="Palanquin Dark"/>
      <p:regular r:id="rId9"/>
      <p:bold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207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20736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font" Target="fonts/PalanquinDark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alanquinDark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Oxygen-regular.fntdata"/><Relationship Id="rId8" Type="http://schemas.openxmlformats.org/officeDocument/2006/relationships/font" Target="fonts/Oxygen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06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06" y="685800"/>
            <a:ext cx="6858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244300" y="4765280"/>
            <a:ext cx="61348200" cy="13136700"/>
          </a:xfrm>
          <a:prstGeom prst="rect">
            <a:avLst/>
          </a:prstGeom>
        </p:spPr>
        <p:txBody>
          <a:bodyPr anchorCtr="0" anchor="b" bIns="698900" lIns="698900" spcFirstLastPara="1" rIns="698900" wrap="square" tIns="698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9800"/>
              <a:buNone/>
              <a:defRPr sz="398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244240" y="18138400"/>
            <a:ext cx="61348200" cy="50727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400"/>
              <a:buNone/>
              <a:defRPr sz="214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244240" y="13765440"/>
            <a:ext cx="61348200" cy="53877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1pPr>
            <a:lvl2pPr lvl="1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2pPr>
            <a:lvl3pPr lvl="2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3pPr>
            <a:lvl4pPr lvl="3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4pPr>
            <a:lvl5pPr lvl="4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5pPr>
            <a:lvl6pPr lvl="5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6pPr>
            <a:lvl7pPr lvl="6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7pPr>
            <a:lvl8pPr lvl="7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8pPr>
            <a:lvl9pPr lvl="8" algn="ctr">
              <a:spcBef>
                <a:spcPts val="0"/>
              </a:spcBef>
              <a:spcAft>
                <a:spcPts val="0"/>
              </a:spcAft>
              <a:buSzPts val="27500"/>
              <a:buNone/>
              <a:defRPr sz="275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244240" y="2848160"/>
            <a:ext cx="61348200" cy="36654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244240" y="7375840"/>
            <a:ext cx="61348200" cy="218652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indent="-1104900" lvl="0" marL="457200">
              <a:spcBef>
                <a:spcPts val="0"/>
              </a:spcBef>
              <a:spcAft>
                <a:spcPts val="0"/>
              </a:spcAft>
              <a:buSzPts val="13800"/>
              <a:buChar char="●"/>
              <a:defRPr/>
            </a:lvl1pPr>
            <a:lvl2pPr indent="-908050" lvl="1" marL="914400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2pPr>
            <a:lvl3pPr indent="-908050" lvl="2" marL="1371600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3pPr>
            <a:lvl4pPr indent="-908050" lvl="3" marL="1828800">
              <a:spcBef>
                <a:spcPts val="0"/>
              </a:spcBef>
              <a:spcAft>
                <a:spcPts val="0"/>
              </a:spcAft>
              <a:buSzPts val="10700"/>
              <a:buChar char="●"/>
              <a:defRPr/>
            </a:lvl4pPr>
            <a:lvl5pPr indent="-908050" lvl="4" marL="2286000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5pPr>
            <a:lvl6pPr indent="-908050" lvl="5" marL="2743200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6pPr>
            <a:lvl7pPr indent="-908050" lvl="6" marL="3200400">
              <a:spcBef>
                <a:spcPts val="0"/>
              </a:spcBef>
              <a:spcAft>
                <a:spcPts val="0"/>
              </a:spcAft>
              <a:buSzPts val="10700"/>
              <a:buChar char="●"/>
              <a:defRPr/>
            </a:lvl7pPr>
            <a:lvl8pPr indent="-908050" lvl="7" marL="3657600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8pPr>
            <a:lvl9pPr indent="-908050" lvl="8" marL="4114800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44240" y="2848160"/>
            <a:ext cx="61348200" cy="36654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44240" y="7375840"/>
            <a:ext cx="28799400" cy="218652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indent="-908050" lvl="0" marL="457200">
              <a:spcBef>
                <a:spcPts val="0"/>
              </a:spcBef>
              <a:spcAft>
                <a:spcPts val="0"/>
              </a:spcAft>
              <a:buSzPts val="10700"/>
              <a:buChar char="●"/>
              <a:defRPr sz="10700"/>
            </a:lvl1pPr>
            <a:lvl2pPr indent="-812800" lvl="1" marL="9144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2pPr>
            <a:lvl3pPr indent="-812800" lvl="2" marL="13716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3pPr>
            <a:lvl4pPr indent="-812800" lvl="3" marL="18288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4pPr>
            <a:lvl5pPr indent="-812800" lvl="4" marL="22860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5pPr>
            <a:lvl6pPr indent="-812800" lvl="5" marL="27432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6pPr>
            <a:lvl7pPr indent="-812800" lvl="6" marL="32004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7pPr>
            <a:lvl8pPr indent="-812800" lvl="7" marL="36576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8pPr>
            <a:lvl9pPr indent="-812800" lvl="8" marL="41148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34793280" y="7375840"/>
            <a:ext cx="28799400" cy="218652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indent="-908050" lvl="0" marL="457200">
              <a:spcBef>
                <a:spcPts val="0"/>
              </a:spcBef>
              <a:spcAft>
                <a:spcPts val="0"/>
              </a:spcAft>
              <a:buSzPts val="10700"/>
              <a:buChar char="●"/>
              <a:defRPr sz="10700"/>
            </a:lvl1pPr>
            <a:lvl2pPr indent="-812800" lvl="1" marL="9144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2pPr>
            <a:lvl3pPr indent="-812800" lvl="2" marL="13716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3pPr>
            <a:lvl4pPr indent="-812800" lvl="3" marL="18288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4pPr>
            <a:lvl5pPr indent="-812800" lvl="4" marL="22860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5pPr>
            <a:lvl6pPr indent="-812800" lvl="5" marL="27432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6pPr>
            <a:lvl7pPr indent="-812800" lvl="6" marL="32004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7pPr>
            <a:lvl8pPr indent="-812800" lvl="7" marL="36576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8pPr>
            <a:lvl9pPr indent="-812800" lvl="8" marL="41148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244240" y="2848160"/>
            <a:ext cx="61348200" cy="36654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244240" y="3555840"/>
            <a:ext cx="20217600" cy="4836300"/>
          </a:xfrm>
          <a:prstGeom prst="rect">
            <a:avLst/>
          </a:prstGeom>
        </p:spPr>
        <p:txBody>
          <a:bodyPr anchorCtr="0" anchor="b" bIns="698900" lIns="698900" spcFirstLastPara="1" rIns="698900" wrap="square" tIns="698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1pPr>
            <a:lvl2pPr lvl="1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2pPr>
            <a:lvl3pPr lvl="2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3pPr>
            <a:lvl4pPr lvl="3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4pPr>
            <a:lvl5pPr lvl="4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5pPr>
            <a:lvl6pPr lvl="5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6pPr>
            <a:lvl7pPr lvl="6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7pPr>
            <a:lvl8pPr lvl="7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8pPr>
            <a:lvl9pPr lvl="8">
              <a:spcBef>
                <a:spcPts val="0"/>
              </a:spcBef>
              <a:spcAft>
                <a:spcPts val="0"/>
              </a:spcAft>
              <a:buSzPts val="18300"/>
              <a:buNone/>
              <a:defRPr sz="183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244240" y="8893440"/>
            <a:ext cx="20217600" cy="203481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indent="-812800" lvl="0" marL="4572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1pPr>
            <a:lvl2pPr indent="-812800" lvl="1" marL="9144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2pPr>
            <a:lvl3pPr indent="-812800" lvl="2" marL="13716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3pPr>
            <a:lvl4pPr indent="-812800" lvl="3" marL="18288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4pPr>
            <a:lvl5pPr indent="-812800" lvl="4" marL="22860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5pPr>
            <a:lvl6pPr indent="-812800" lvl="5" marL="27432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6pPr>
            <a:lvl7pPr indent="-812800" lvl="6" marL="3200400">
              <a:spcBef>
                <a:spcPts val="0"/>
              </a:spcBef>
              <a:spcAft>
                <a:spcPts val="0"/>
              </a:spcAft>
              <a:buSzPts val="9200"/>
              <a:buChar char="●"/>
              <a:defRPr sz="9200"/>
            </a:lvl7pPr>
            <a:lvl8pPr indent="-812800" lvl="7" marL="3657600">
              <a:spcBef>
                <a:spcPts val="0"/>
              </a:spcBef>
              <a:spcAft>
                <a:spcPts val="0"/>
              </a:spcAft>
              <a:buSzPts val="9200"/>
              <a:buChar char="○"/>
              <a:defRPr sz="9200"/>
            </a:lvl8pPr>
            <a:lvl9pPr indent="-812800" lvl="8" marL="4114800">
              <a:spcBef>
                <a:spcPts val="0"/>
              </a:spcBef>
              <a:spcAft>
                <a:spcPts val="0"/>
              </a:spcAft>
              <a:buSzPts val="9200"/>
              <a:buChar char="■"/>
              <a:defRPr sz="9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3529800" y="2880960"/>
            <a:ext cx="45848100" cy="261813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1pPr>
            <a:lvl2pPr lvl="1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2pPr>
            <a:lvl3pPr lvl="2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3pPr>
            <a:lvl4pPr lvl="3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4pPr>
            <a:lvl5pPr lvl="4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5pPr>
            <a:lvl6pPr lvl="5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6pPr>
            <a:lvl7pPr lvl="6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7pPr>
            <a:lvl8pPr lvl="7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8pPr>
            <a:lvl9pPr lvl="8">
              <a:spcBef>
                <a:spcPts val="0"/>
              </a:spcBef>
              <a:spcAft>
                <a:spcPts val="0"/>
              </a:spcAft>
              <a:buSzPts val="36700"/>
              <a:buNone/>
              <a:defRPr sz="367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2918400" y="-800"/>
            <a:ext cx="32918400" cy="3291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698900" lIns="698900" spcFirstLastPara="1" rIns="698900" wrap="square" tIns="69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1911600" y="7892320"/>
            <a:ext cx="29125500" cy="9486600"/>
          </a:xfrm>
          <a:prstGeom prst="rect">
            <a:avLst/>
          </a:prstGeom>
        </p:spPr>
        <p:txBody>
          <a:bodyPr anchorCtr="0" anchor="b" bIns="698900" lIns="698900" spcFirstLastPara="1" rIns="698900" wrap="square" tIns="698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100"/>
              <a:buNone/>
              <a:defRPr sz="321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1911600" y="17939680"/>
            <a:ext cx="29125500" cy="79047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100"/>
              <a:buNone/>
              <a:defRPr sz="16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35564400" y="4634080"/>
            <a:ext cx="27626400" cy="236487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/>
          </a:bodyPr>
          <a:lstStyle>
            <a:lvl1pPr indent="-1104900" lvl="0" marL="457200">
              <a:spcBef>
                <a:spcPts val="0"/>
              </a:spcBef>
              <a:spcAft>
                <a:spcPts val="0"/>
              </a:spcAft>
              <a:buSzPts val="13800"/>
              <a:buChar char="●"/>
              <a:defRPr/>
            </a:lvl1pPr>
            <a:lvl2pPr indent="-908050" lvl="1" marL="914400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2pPr>
            <a:lvl3pPr indent="-908050" lvl="2" marL="1371600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3pPr>
            <a:lvl4pPr indent="-908050" lvl="3" marL="1828800">
              <a:spcBef>
                <a:spcPts val="0"/>
              </a:spcBef>
              <a:spcAft>
                <a:spcPts val="0"/>
              </a:spcAft>
              <a:buSzPts val="10700"/>
              <a:buChar char="●"/>
              <a:defRPr/>
            </a:lvl4pPr>
            <a:lvl5pPr indent="-908050" lvl="4" marL="2286000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5pPr>
            <a:lvl6pPr indent="-908050" lvl="5" marL="2743200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6pPr>
            <a:lvl7pPr indent="-908050" lvl="6" marL="3200400">
              <a:spcBef>
                <a:spcPts val="0"/>
              </a:spcBef>
              <a:spcAft>
                <a:spcPts val="0"/>
              </a:spcAft>
              <a:buSzPts val="10700"/>
              <a:buChar char="●"/>
              <a:defRPr/>
            </a:lvl7pPr>
            <a:lvl8pPr indent="-908050" lvl="7" marL="3657600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8pPr>
            <a:lvl9pPr indent="-908050" lvl="8" marL="4114800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244240" y="27075680"/>
            <a:ext cx="43191300" cy="38727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244240" y="7079200"/>
            <a:ext cx="61348200" cy="12566400"/>
          </a:xfrm>
          <a:prstGeom prst="rect">
            <a:avLst/>
          </a:prstGeom>
        </p:spPr>
        <p:txBody>
          <a:bodyPr anchorCtr="0" anchor="b" bIns="698900" lIns="698900" spcFirstLastPara="1" rIns="698900" wrap="square" tIns="6989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1pPr>
            <a:lvl2pPr lvl="1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2pPr>
            <a:lvl3pPr lvl="2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3pPr>
            <a:lvl4pPr lvl="3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4pPr>
            <a:lvl5pPr lvl="4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5pPr>
            <a:lvl6pPr lvl="5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6pPr>
            <a:lvl7pPr lvl="6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7pPr>
            <a:lvl8pPr lvl="7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8pPr>
            <a:lvl9pPr lvl="8" algn="ctr">
              <a:spcBef>
                <a:spcPts val="0"/>
              </a:spcBef>
              <a:spcAft>
                <a:spcPts val="0"/>
              </a:spcAft>
              <a:buSzPts val="91700"/>
              <a:buNone/>
              <a:defRPr sz="917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244240" y="20174240"/>
            <a:ext cx="61348200" cy="8325300"/>
          </a:xfrm>
          <a:prstGeom prst="rect">
            <a:avLst/>
          </a:prstGeom>
        </p:spPr>
        <p:txBody>
          <a:bodyPr anchorCtr="0" anchor="t" bIns="698900" lIns="698900" spcFirstLastPara="1" rIns="698900" wrap="square" tIns="698900">
            <a:normAutofit/>
          </a:bodyPr>
          <a:lstStyle>
            <a:lvl1pPr indent="-1104900" lvl="0" marL="457200" algn="ctr">
              <a:spcBef>
                <a:spcPts val="0"/>
              </a:spcBef>
              <a:spcAft>
                <a:spcPts val="0"/>
              </a:spcAft>
              <a:buSzPts val="13800"/>
              <a:buChar char="●"/>
              <a:defRPr/>
            </a:lvl1pPr>
            <a:lvl2pPr indent="-908050" lvl="1" marL="914400" algn="ctr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2pPr>
            <a:lvl3pPr indent="-908050" lvl="2" marL="1371600" algn="ctr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3pPr>
            <a:lvl4pPr indent="-908050" lvl="3" marL="1828800" algn="ctr">
              <a:spcBef>
                <a:spcPts val="0"/>
              </a:spcBef>
              <a:spcAft>
                <a:spcPts val="0"/>
              </a:spcAft>
              <a:buSzPts val="10700"/>
              <a:buChar char="●"/>
              <a:defRPr/>
            </a:lvl4pPr>
            <a:lvl5pPr indent="-908050" lvl="4" marL="2286000" algn="ctr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5pPr>
            <a:lvl6pPr indent="-908050" lvl="5" marL="2743200" algn="ctr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6pPr>
            <a:lvl7pPr indent="-908050" lvl="6" marL="3200400" algn="ctr">
              <a:spcBef>
                <a:spcPts val="0"/>
              </a:spcBef>
              <a:spcAft>
                <a:spcPts val="0"/>
              </a:spcAft>
              <a:buSzPts val="10700"/>
              <a:buChar char="●"/>
              <a:defRPr/>
            </a:lvl7pPr>
            <a:lvl8pPr indent="-908050" lvl="7" marL="3657600" algn="ctr">
              <a:spcBef>
                <a:spcPts val="0"/>
              </a:spcBef>
              <a:spcAft>
                <a:spcPts val="0"/>
              </a:spcAft>
              <a:buSzPts val="10700"/>
              <a:buChar char="○"/>
              <a:defRPr/>
            </a:lvl8pPr>
            <a:lvl9pPr indent="-908050" lvl="8" marL="4114800" algn="ctr">
              <a:spcBef>
                <a:spcPts val="0"/>
              </a:spcBef>
              <a:spcAft>
                <a:spcPts val="0"/>
              </a:spcAft>
              <a:buSzPts val="107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244240" y="2848160"/>
            <a:ext cx="61348200" cy="36654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900" lIns="698900" spcFirstLastPara="1" rIns="698900" wrap="square" tIns="69890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400"/>
              <a:buNone/>
              <a:defRPr sz="21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244240" y="7375840"/>
            <a:ext cx="61348200" cy="21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900" lIns="698900" spcFirstLastPara="1" rIns="698900" wrap="square" tIns="698900">
            <a:normAutofit/>
          </a:bodyPr>
          <a:lstStyle>
            <a:lvl1pPr indent="-1104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800"/>
              <a:buChar char="●"/>
              <a:defRPr sz="13800">
                <a:solidFill>
                  <a:schemeClr val="dk2"/>
                </a:solidFill>
              </a:defRPr>
            </a:lvl1pPr>
            <a:lvl2pPr indent="-9080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○"/>
              <a:defRPr sz="10700">
                <a:solidFill>
                  <a:schemeClr val="dk2"/>
                </a:solidFill>
              </a:defRPr>
            </a:lvl2pPr>
            <a:lvl3pPr indent="-9080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■"/>
              <a:defRPr sz="10700">
                <a:solidFill>
                  <a:schemeClr val="dk2"/>
                </a:solidFill>
              </a:defRPr>
            </a:lvl3pPr>
            <a:lvl4pPr indent="-9080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●"/>
              <a:defRPr sz="10700">
                <a:solidFill>
                  <a:schemeClr val="dk2"/>
                </a:solidFill>
              </a:defRPr>
            </a:lvl4pPr>
            <a:lvl5pPr indent="-9080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○"/>
              <a:defRPr sz="10700">
                <a:solidFill>
                  <a:schemeClr val="dk2"/>
                </a:solidFill>
              </a:defRPr>
            </a:lvl5pPr>
            <a:lvl6pPr indent="-9080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■"/>
              <a:defRPr sz="10700">
                <a:solidFill>
                  <a:schemeClr val="dk2"/>
                </a:solidFill>
              </a:defRPr>
            </a:lvl6pPr>
            <a:lvl7pPr indent="-9080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●"/>
              <a:defRPr sz="10700">
                <a:solidFill>
                  <a:schemeClr val="dk2"/>
                </a:solidFill>
              </a:defRPr>
            </a:lvl7pPr>
            <a:lvl8pPr indent="-9080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○"/>
              <a:defRPr sz="10700">
                <a:solidFill>
                  <a:schemeClr val="dk2"/>
                </a:solidFill>
              </a:defRPr>
            </a:lvl8pPr>
            <a:lvl9pPr indent="-9080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700"/>
              <a:buChar char="■"/>
              <a:defRPr sz="107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61001696" y="29844588"/>
            <a:ext cx="39507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98900" lIns="698900" spcFirstLastPara="1" rIns="698900" wrap="square" tIns="698900">
            <a:normAutofit lnSpcReduction="10000"/>
          </a:bodyPr>
          <a:lstStyle>
            <a:lvl1pPr lvl="0" algn="r">
              <a:buNone/>
              <a:defRPr sz="7600">
                <a:solidFill>
                  <a:schemeClr val="dk2"/>
                </a:solidFill>
              </a:defRPr>
            </a:lvl1pPr>
            <a:lvl2pPr lvl="1" algn="r">
              <a:buNone/>
              <a:defRPr sz="7600">
                <a:solidFill>
                  <a:schemeClr val="dk2"/>
                </a:solidFill>
              </a:defRPr>
            </a:lvl2pPr>
            <a:lvl3pPr lvl="2" algn="r">
              <a:buNone/>
              <a:defRPr sz="7600">
                <a:solidFill>
                  <a:schemeClr val="dk2"/>
                </a:solidFill>
              </a:defRPr>
            </a:lvl3pPr>
            <a:lvl4pPr lvl="3" algn="r">
              <a:buNone/>
              <a:defRPr sz="7600">
                <a:solidFill>
                  <a:schemeClr val="dk2"/>
                </a:solidFill>
              </a:defRPr>
            </a:lvl4pPr>
            <a:lvl5pPr lvl="4" algn="r">
              <a:buNone/>
              <a:defRPr sz="7600">
                <a:solidFill>
                  <a:schemeClr val="dk2"/>
                </a:solidFill>
              </a:defRPr>
            </a:lvl5pPr>
            <a:lvl6pPr lvl="5" algn="r">
              <a:buNone/>
              <a:defRPr sz="7600">
                <a:solidFill>
                  <a:schemeClr val="dk2"/>
                </a:solidFill>
              </a:defRPr>
            </a:lvl6pPr>
            <a:lvl7pPr lvl="6" algn="r">
              <a:buNone/>
              <a:defRPr sz="7600">
                <a:solidFill>
                  <a:schemeClr val="dk2"/>
                </a:solidFill>
              </a:defRPr>
            </a:lvl7pPr>
            <a:lvl8pPr lvl="7" algn="r">
              <a:buNone/>
              <a:defRPr sz="7600">
                <a:solidFill>
                  <a:schemeClr val="dk2"/>
                </a:solidFill>
              </a:defRPr>
            </a:lvl8pPr>
            <a:lvl9pPr lvl="8" algn="r">
              <a:buNone/>
              <a:defRPr sz="76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5.png"/><Relationship Id="rId10" Type="http://schemas.openxmlformats.org/officeDocument/2006/relationships/image" Target="../media/image7.png"/><Relationship Id="rId13" Type="http://schemas.openxmlformats.org/officeDocument/2006/relationships/image" Target="../media/image3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14" Type="http://schemas.openxmlformats.org/officeDocument/2006/relationships/image" Target="../media/image10.png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3400950" y="15827425"/>
            <a:ext cx="93645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 amt="7000"/>
          </a:blip>
          <a:srcRect b="8293" l="230" r="-230" t="2817"/>
          <a:stretch/>
        </p:blipFill>
        <p:spPr>
          <a:xfrm>
            <a:off x="152475" y="0"/>
            <a:ext cx="65836800" cy="32918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/>
          <p:nvPr/>
        </p:nvSpPr>
        <p:spPr>
          <a:xfrm>
            <a:off x="645475" y="502075"/>
            <a:ext cx="64520100" cy="3156600"/>
          </a:xfrm>
          <a:prstGeom prst="rect">
            <a:avLst/>
          </a:prstGeom>
          <a:solidFill>
            <a:srgbClr val="E2DEEB">
              <a:alpha val="670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8900" lIns="698900" spcFirstLastPara="1" rIns="698900" wrap="square" tIns="698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693925" y="4172925"/>
            <a:ext cx="24932100" cy="9663900"/>
          </a:xfrm>
          <a:prstGeom prst="rect">
            <a:avLst/>
          </a:prstGeom>
          <a:solidFill>
            <a:srgbClr val="E2DEEB">
              <a:alpha val="670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40233600" y="4658200"/>
            <a:ext cx="24932100" cy="7549800"/>
          </a:xfrm>
          <a:prstGeom prst="rect">
            <a:avLst/>
          </a:prstGeom>
          <a:solidFill>
            <a:srgbClr val="E2DEEB">
              <a:alpha val="670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40233600" y="12855525"/>
            <a:ext cx="24932100" cy="10641000"/>
          </a:xfrm>
          <a:prstGeom prst="rect">
            <a:avLst/>
          </a:prstGeom>
          <a:solidFill>
            <a:srgbClr val="E2DEEB">
              <a:alpha val="670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40233600" y="24102050"/>
            <a:ext cx="24932100" cy="8200500"/>
          </a:xfrm>
          <a:prstGeom prst="rect">
            <a:avLst/>
          </a:prstGeom>
          <a:solidFill>
            <a:srgbClr val="E2DEEB">
              <a:alpha val="67040"/>
            </a:srgbClr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3"/>
          <p:cNvSpPr txBox="1"/>
          <p:nvPr/>
        </p:nvSpPr>
        <p:spPr>
          <a:xfrm>
            <a:off x="1468375" y="136163"/>
            <a:ext cx="63061200" cy="3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8900" lIns="698900" spcFirstLastPara="1" rIns="698900" wrap="square" tIns="6989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0">
                <a:latin typeface="Palanquin Dark"/>
                <a:ea typeface="Palanquin Dark"/>
                <a:cs typeface="Palanquin Dark"/>
                <a:sym typeface="Palanquin Dark"/>
              </a:rPr>
              <a:t>Digital</a:t>
            </a:r>
            <a:r>
              <a:rPr lang="en" sz="16000">
                <a:latin typeface="Palanquin Dark"/>
                <a:ea typeface="Palanquin Dark"/>
                <a:cs typeface="Palanquin Dark"/>
                <a:sym typeface="Palanquin Dark"/>
              </a:rPr>
              <a:t> Guitar for Reduced Pinch Strength</a:t>
            </a:r>
            <a:endParaRPr sz="16000">
              <a:latin typeface="Palanquin Dark"/>
              <a:ea typeface="Palanquin Dark"/>
              <a:cs typeface="Palanquin Dark"/>
              <a:sym typeface="Palanquin Dark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1984975" y="4424475"/>
            <a:ext cx="22032300" cy="3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latin typeface="Oxygen"/>
                <a:ea typeface="Oxygen"/>
                <a:cs typeface="Oxygen"/>
                <a:sym typeface="Oxygen"/>
              </a:rPr>
              <a:t>Opportunity: </a:t>
            </a:r>
            <a:r>
              <a:rPr lang="en" sz="6800">
                <a:latin typeface="Oxygen"/>
                <a:ea typeface="Oxygen"/>
                <a:cs typeface="Oxygen"/>
                <a:sym typeface="Oxygen"/>
              </a:rPr>
              <a:t>Increase the accessibility of the guitar for </a:t>
            </a:r>
            <a:endParaRPr sz="6800">
              <a:latin typeface="Oxygen"/>
              <a:ea typeface="Oxygen"/>
              <a:cs typeface="Oxygen"/>
              <a:sym typeface="Oxygen"/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>
                <a:latin typeface="Oxygen"/>
                <a:ea typeface="Oxygen"/>
                <a:cs typeface="Oxygen"/>
                <a:sym typeface="Oxygen"/>
              </a:rPr>
              <a:t>individuals with reduced pinch strength (less than 70N maximum pinch strength).</a:t>
            </a:r>
            <a:endParaRPr sz="68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3" name="Google Shape;63;p13"/>
          <p:cNvSpPr txBox="1"/>
          <p:nvPr/>
        </p:nvSpPr>
        <p:spPr>
          <a:xfrm>
            <a:off x="42980225" y="5471163"/>
            <a:ext cx="8071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latin typeface="Oxygen"/>
                <a:ea typeface="Oxygen"/>
                <a:cs typeface="Oxygen"/>
                <a:sym typeface="Oxygen"/>
              </a:rPr>
              <a:t>Tactile Sensor</a:t>
            </a:r>
            <a:endParaRPr b="1" sz="7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4" name="Google Shape;64;p13"/>
          <p:cNvSpPr txBox="1"/>
          <p:nvPr/>
        </p:nvSpPr>
        <p:spPr>
          <a:xfrm>
            <a:off x="43490775" y="24931775"/>
            <a:ext cx="8201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latin typeface="Oxygen"/>
                <a:ea typeface="Oxygen"/>
                <a:cs typeface="Oxygen"/>
                <a:sym typeface="Oxygen"/>
              </a:rPr>
              <a:t>Strain Sensor</a:t>
            </a:r>
            <a:endParaRPr b="1" sz="7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9835250" y="5852175"/>
            <a:ext cx="15230400" cy="26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60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Oxygen"/>
              <a:buChar char="●"/>
            </a:pPr>
            <a:r>
              <a:rPr lang="en" sz="6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1 Piezoresistive Tactile sensor per fret, creating a 6x12 grid</a:t>
            </a:r>
            <a:endParaRPr sz="68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-660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Oxygen"/>
              <a:buChar char="●"/>
            </a:pPr>
            <a:r>
              <a:rPr lang="en" sz="6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Detects which fret is being held down</a:t>
            </a:r>
            <a:endParaRPr sz="68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-6604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800"/>
              <a:buFont typeface="Oxygen"/>
              <a:buChar char="●"/>
            </a:pPr>
            <a:r>
              <a:rPr lang="en" sz="68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Requires 92% less force to fret than regular guitar</a:t>
            </a:r>
            <a:endParaRPr sz="68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66" name="Google Shape;66;p13"/>
          <p:cNvSpPr txBox="1"/>
          <p:nvPr/>
        </p:nvSpPr>
        <p:spPr>
          <a:xfrm>
            <a:off x="49587600" y="25751375"/>
            <a:ext cx="15230400" cy="57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673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Oxygen"/>
              <a:buChar char="●"/>
            </a:pPr>
            <a:r>
              <a:rPr lang="en" sz="7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Detect tensile forces in strummed strings</a:t>
            </a:r>
            <a:endParaRPr sz="70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-673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0"/>
              <a:buFont typeface="Oxygen"/>
              <a:buChar char="●"/>
            </a:pPr>
            <a:r>
              <a:rPr lang="en" sz="7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Magnitude of deformation is converted into electrical </a:t>
            </a:r>
            <a:r>
              <a:rPr lang="en" sz="70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resistances for mapping output volume</a:t>
            </a:r>
            <a:endParaRPr sz="1700"/>
          </a:p>
        </p:txBody>
      </p:sp>
      <p:pic>
        <p:nvPicPr>
          <p:cNvPr id="67" name="Google Shape;67;p13"/>
          <p:cNvPicPr preferRelativeResize="0"/>
          <p:nvPr/>
        </p:nvPicPr>
        <p:blipFill rotWithShape="1">
          <a:blip r:embed="rId4">
            <a:alphaModFix/>
          </a:blip>
          <a:srcRect b="22277" l="3525" r="29193" t="13742"/>
          <a:stretch/>
        </p:blipFill>
        <p:spPr>
          <a:xfrm>
            <a:off x="41530563" y="26817950"/>
            <a:ext cx="7486250" cy="5050042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3"/>
          <p:cNvSpPr txBox="1"/>
          <p:nvPr/>
        </p:nvSpPr>
        <p:spPr>
          <a:xfrm>
            <a:off x="43405750" y="13277550"/>
            <a:ext cx="18174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solidFill>
                  <a:schemeClr val="dk1"/>
                </a:solidFill>
                <a:latin typeface="Oxygen"/>
                <a:ea typeface="Oxygen"/>
                <a:cs typeface="Oxygen"/>
                <a:sym typeface="Oxygen"/>
              </a:rPr>
              <a:t>Low Gauge, Untuned, Nylon Strings</a:t>
            </a:r>
            <a:endParaRPr b="1" sz="7200">
              <a:solidFill>
                <a:schemeClr val="dk1"/>
              </a:solidFill>
              <a:latin typeface="Oxygen"/>
              <a:ea typeface="Oxygen"/>
              <a:cs typeface="Oxygen"/>
              <a:sym typeface="Oxyge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pic>
        <p:nvPicPr>
          <p:cNvPr id="69" name="Google Shape;69;p13"/>
          <p:cNvPicPr preferRelativeResize="0"/>
          <p:nvPr/>
        </p:nvPicPr>
        <p:blipFill rotWithShape="1">
          <a:blip r:embed="rId5">
            <a:alphaModFix/>
          </a:blip>
          <a:srcRect b="2162" l="10810" r="57627" t="2590"/>
          <a:stretch/>
        </p:blipFill>
        <p:spPr>
          <a:xfrm>
            <a:off x="26471587" y="3673000"/>
            <a:ext cx="12893813" cy="2918095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3" title="Chart"/>
          <p:cNvPicPr preferRelativeResize="0"/>
          <p:nvPr/>
        </p:nvPicPr>
        <p:blipFill rotWithShape="1">
          <a:blip r:embed="rId6">
            <a:alphaModFix/>
          </a:blip>
          <a:srcRect b="2794" l="1462" r="2337" t="2166"/>
          <a:stretch/>
        </p:blipFill>
        <p:spPr>
          <a:xfrm>
            <a:off x="4367063" y="22271175"/>
            <a:ext cx="17268000" cy="10547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3"/>
          <p:cNvPicPr preferRelativeResize="0"/>
          <p:nvPr/>
        </p:nvPicPr>
        <p:blipFill rotWithShape="1">
          <a:blip r:embed="rId7">
            <a:alphaModFix/>
          </a:blip>
          <a:srcRect b="18052" l="8919" r="8952" t="16562"/>
          <a:stretch/>
        </p:blipFill>
        <p:spPr>
          <a:xfrm>
            <a:off x="40528573" y="4911785"/>
            <a:ext cx="2218151" cy="22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3"/>
          <p:cNvPicPr preferRelativeResize="0"/>
          <p:nvPr/>
        </p:nvPicPr>
        <p:blipFill rotWithShape="1">
          <a:blip r:embed="rId8">
            <a:alphaModFix/>
          </a:blip>
          <a:srcRect b="17831" l="9279" r="8232" t="17863"/>
          <a:stretch/>
        </p:blipFill>
        <p:spPr>
          <a:xfrm>
            <a:off x="40762075" y="13154025"/>
            <a:ext cx="2218151" cy="2237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3"/>
          <p:cNvPicPr preferRelativeResize="0"/>
          <p:nvPr/>
        </p:nvPicPr>
        <p:blipFill rotWithShape="1">
          <a:blip r:embed="rId9">
            <a:alphaModFix/>
          </a:blip>
          <a:srcRect b="17675" l="7710" r="8298" t="18118"/>
          <a:stretch/>
        </p:blipFill>
        <p:spPr>
          <a:xfrm>
            <a:off x="40762075" y="24435213"/>
            <a:ext cx="2218151" cy="2193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3" title="Chart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0809031" y="14570550"/>
            <a:ext cx="14248269" cy="88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3"/>
          <p:cNvPicPr preferRelativeResize="0"/>
          <p:nvPr/>
        </p:nvPicPr>
        <p:blipFill rotWithShape="1">
          <a:blip r:embed="rId11">
            <a:alphaModFix/>
          </a:blip>
          <a:srcRect b="22785" l="52981" r="0" t="0"/>
          <a:stretch/>
        </p:blipFill>
        <p:spPr>
          <a:xfrm>
            <a:off x="40762075" y="15714812"/>
            <a:ext cx="9736648" cy="7198538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3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2779650" y="7112538"/>
            <a:ext cx="5293499" cy="4697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3"/>
          <p:cNvPicPr preferRelativeResize="0"/>
          <p:nvPr/>
        </p:nvPicPr>
        <p:blipFill rotWithShape="1">
          <a:blip r:embed="rId7">
            <a:alphaModFix/>
          </a:blip>
          <a:srcRect b="18052" l="8919" r="8952" t="16562"/>
          <a:stretch/>
        </p:blipFill>
        <p:spPr>
          <a:xfrm>
            <a:off x="31961811" y="8002410"/>
            <a:ext cx="2218151" cy="22844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3"/>
          <p:cNvPicPr preferRelativeResize="0"/>
          <p:nvPr/>
        </p:nvPicPr>
        <p:blipFill rotWithShape="1">
          <a:blip r:embed="rId8">
            <a:alphaModFix/>
          </a:blip>
          <a:srcRect b="17831" l="9279" r="8232" t="17863"/>
          <a:stretch/>
        </p:blipFill>
        <p:spPr>
          <a:xfrm>
            <a:off x="31961800" y="19559750"/>
            <a:ext cx="2218151" cy="2237041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3"/>
          <p:cNvPicPr preferRelativeResize="0"/>
          <p:nvPr/>
        </p:nvPicPr>
        <p:blipFill rotWithShape="1">
          <a:blip r:embed="rId9">
            <a:alphaModFix/>
          </a:blip>
          <a:srcRect b="17675" l="7710" r="8298" t="18118"/>
          <a:stretch/>
        </p:blipFill>
        <p:spPr>
          <a:xfrm>
            <a:off x="31927388" y="25110950"/>
            <a:ext cx="2218151" cy="2193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3"/>
          <p:cNvCxnSpPr>
            <a:stCxn id="77" idx="3"/>
            <a:endCxn id="71" idx="1"/>
          </p:cNvCxnSpPr>
          <p:nvPr/>
        </p:nvCxnSpPr>
        <p:spPr>
          <a:xfrm flipH="1" rot="10800000">
            <a:off x="34179962" y="6054011"/>
            <a:ext cx="6348600" cy="3090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1" name="Google Shape;81;p13"/>
          <p:cNvCxnSpPr>
            <a:stCxn id="78" idx="3"/>
            <a:endCxn id="72" idx="1"/>
          </p:cNvCxnSpPr>
          <p:nvPr/>
        </p:nvCxnSpPr>
        <p:spPr>
          <a:xfrm flipH="1" rot="10800000">
            <a:off x="34179951" y="14272670"/>
            <a:ext cx="6582000" cy="6405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2" name="Google Shape;82;p13"/>
          <p:cNvCxnSpPr>
            <a:stCxn id="79" idx="3"/>
            <a:endCxn id="73" idx="1"/>
          </p:cNvCxnSpPr>
          <p:nvPr/>
        </p:nvCxnSpPr>
        <p:spPr>
          <a:xfrm flipH="1" rot="10800000">
            <a:off x="34145539" y="25532213"/>
            <a:ext cx="6616500" cy="675600"/>
          </a:xfrm>
          <a:prstGeom prst="straightConnector1">
            <a:avLst/>
          </a:prstGeom>
          <a:noFill/>
          <a:ln cap="flat" cmpd="sng" w="1143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3" name="Google Shape;83;p13"/>
          <p:cNvSpPr txBox="1"/>
          <p:nvPr/>
        </p:nvSpPr>
        <p:spPr>
          <a:xfrm>
            <a:off x="1984975" y="7754225"/>
            <a:ext cx="5293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7200">
                <a:latin typeface="Oxygen"/>
                <a:ea typeface="Oxygen"/>
                <a:cs typeface="Oxygen"/>
                <a:sym typeface="Oxygen"/>
              </a:rPr>
              <a:t>Objectives:</a:t>
            </a:r>
            <a:endParaRPr b="1" sz="7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84" name="Google Shape;84;p13"/>
          <p:cNvSpPr txBox="1"/>
          <p:nvPr/>
        </p:nvSpPr>
        <p:spPr>
          <a:xfrm>
            <a:off x="2899375" y="8816588"/>
            <a:ext cx="19167300" cy="46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604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800"/>
              <a:buFont typeface="Oxygen"/>
              <a:buChar char="●"/>
            </a:pPr>
            <a:r>
              <a:rPr lang="en" sz="6800">
                <a:latin typeface="Oxygen"/>
                <a:ea typeface="Oxygen"/>
                <a:cs typeface="Oxygen"/>
                <a:sym typeface="Oxygen"/>
              </a:rPr>
              <a:t>Minimize Fretting Strain</a:t>
            </a:r>
            <a:endParaRPr sz="6800">
              <a:latin typeface="Oxygen"/>
              <a:ea typeface="Oxygen"/>
              <a:cs typeface="Oxygen"/>
              <a:sym typeface="Oxygen"/>
            </a:endParaRPr>
          </a:p>
          <a:p>
            <a:pPr indent="-6604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800"/>
              <a:buFont typeface="Oxygen"/>
              <a:buChar char="●"/>
            </a:pPr>
            <a:r>
              <a:rPr lang="en" sz="6800">
                <a:latin typeface="Oxygen"/>
                <a:ea typeface="Oxygen"/>
                <a:cs typeface="Oxygen"/>
                <a:sym typeface="Oxygen"/>
              </a:rPr>
              <a:t>Reduce Necessary Key Pinch Strength</a:t>
            </a:r>
            <a:endParaRPr sz="6800">
              <a:latin typeface="Oxygen"/>
              <a:ea typeface="Oxygen"/>
              <a:cs typeface="Oxygen"/>
              <a:sym typeface="Oxygen"/>
            </a:endParaRPr>
          </a:p>
          <a:p>
            <a:pPr indent="-6604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800"/>
              <a:buFont typeface="Oxygen"/>
              <a:buChar char="●"/>
            </a:pPr>
            <a:r>
              <a:rPr lang="en" sz="6800">
                <a:latin typeface="Oxygen"/>
                <a:ea typeface="Oxygen"/>
                <a:cs typeface="Oxygen"/>
                <a:sym typeface="Oxygen"/>
              </a:rPr>
              <a:t>Maximize Number of Keys and Chords Played</a:t>
            </a:r>
            <a:endParaRPr sz="6800">
              <a:latin typeface="Oxygen"/>
              <a:ea typeface="Oxygen"/>
              <a:cs typeface="Oxygen"/>
              <a:sym typeface="Oxygen"/>
            </a:endParaRPr>
          </a:p>
          <a:p>
            <a:pPr indent="-660400" lvl="0" marL="4572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6800"/>
              <a:buFont typeface="Oxygen"/>
              <a:buChar char="●"/>
            </a:pPr>
            <a:r>
              <a:rPr lang="en" sz="6800">
                <a:latin typeface="Oxygen"/>
                <a:ea typeface="Oxygen"/>
                <a:cs typeface="Oxygen"/>
                <a:sym typeface="Oxygen"/>
              </a:rPr>
              <a:t>Maximize Authenticity</a:t>
            </a:r>
            <a:endParaRPr sz="6800">
              <a:latin typeface="Oxygen"/>
              <a:ea typeface="Oxygen"/>
              <a:cs typeface="Oxygen"/>
              <a:sym typeface="Oxygen"/>
            </a:endParaRPr>
          </a:p>
        </p:txBody>
      </p:sp>
      <p:grpSp>
        <p:nvGrpSpPr>
          <p:cNvPr id="85" name="Google Shape;85;p13"/>
          <p:cNvGrpSpPr/>
          <p:nvPr/>
        </p:nvGrpSpPr>
        <p:grpSpPr>
          <a:xfrm>
            <a:off x="689095" y="14355300"/>
            <a:ext cx="24931926" cy="7549800"/>
            <a:chOff x="693925" y="24783300"/>
            <a:chExt cx="24614400" cy="7549800"/>
          </a:xfrm>
        </p:grpSpPr>
        <p:sp>
          <p:nvSpPr>
            <p:cNvPr id="86" name="Google Shape;86;p13"/>
            <p:cNvSpPr/>
            <p:nvPr/>
          </p:nvSpPr>
          <p:spPr>
            <a:xfrm>
              <a:off x="693925" y="24783300"/>
              <a:ext cx="24614400" cy="7549800"/>
            </a:xfrm>
            <a:prstGeom prst="rect">
              <a:avLst/>
            </a:prstGeom>
            <a:solidFill>
              <a:srgbClr val="E2DEEB">
                <a:alpha val="67040"/>
              </a:srgbClr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1141475" y="24935288"/>
              <a:ext cx="16848900" cy="129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7200">
                  <a:latin typeface="Oxygen"/>
                  <a:ea typeface="Oxygen"/>
                  <a:cs typeface="Oxygen"/>
                  <a:sym typeface="Oxygen"/>
                </a:rPr>
                <a:t>How it Works</a:t>
              </a:r>
              <a:endParaRPr b="1" sz="7200">
                <a:latin typeface="Oxygen"/>
                <a:ea typeface="Oxygen"/>
                <a:cs typeface="Oxygen"/>
                <a:sym typeface="Oxygen"/>
              </a:endParaRPr>
            </a:p>
          </p:txBody>
        </p:sp>
        <p:sp>
          <p:nvSpPr>
            <p:cNvPr id="88" name="Google Shape;88;p13"/>
            <p:cNvSpPr/>
            <p:nvPr/>
          </p:nvSpPr>
          <p:spPr>
            <a:xfrm>
              <a:off x="6419900" y="27304687"/>
              <a:ext cx="1539900" cy="1540800"/>
            </a:xfrm>
            <a:prstGeom prst="plus">
              <a:avLst>
                <a:gd fmla="val 37102" name="adj"/>
              </a:avLst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89" name="Google Shape;89;p13"/>
            <p:cNvGrpSpPr/>
            <p:nvPr/>
          </p:nvGrpSpPr>
          <p:grpSpPr>
            <a:xfrm>
              <a:off x="15153192" y="27512091"/>
              <a:ext cx="1325307" cy="1185273"/>
              <a:chOff x="8632800" y="26366675"/>
              <a:chExt cx="1292100" cy="1155575"/>
            </a:xfrm>
          </p:grpSpPr>
          <p:sp>
            <p:nvSpPr>
              <p:cNvPr id="90" name="Google Shape;90;p13"/>
              <p:cNvSpPr/>
              <p:nvPr/>
            </p:nvSpPr>
            <p:spPr>
              <a:xfrm>
                <a:off x="8632800" y="26366675"/>
                <a:ext cx="1292100" cy="39960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13"/>
              <p:cNvSpPr/>
              <p:nvPr/>
            </p:nvSpPr>
            <p:spPr>
              <a:xfrm>
                <a:off x="8632800" y="27122650"/>
                <a:ext cx="1292100" cy="399600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2" name="Google Shape;92;p13"/>
            <p:cNvSpPr txBox="1"/>
            <p:nvPr/>
          </p:nvSpPr>
          <p:spPr>
            <a:xfrm>
              <a:off x="1096425" y="30085950"/>
              <a:ext cx="5610900" cy="20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Oxygen"/>
                  <a:ea typeface="Oxygen"/>
                  <a:cs typeface="Oxygen"/>
                  <a:sym typeface="Oxygen"/>
                </a:rPr>
                <a:t>Which fret is pressed down</a:t>
              </a:r>
              <a:endParaRPr sz="6000">
                <a:latin typeface="Oxygen"/>
                <a:ea typeface="Oxygen"/>
                <a:cs typeface="Oxygen"/>
                <a:sym typeface="Oxygen"/>
              </a:endParaRPr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8117625" y="30076938"/>
              <a:ext cx="5293500" cy="20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Oxygen"/>
                  <a:ea typeface="Oxygen"/>
                  <a:cs typeface="Oxygen"/>
                  <a:sym typeface="Oxygen"/>
                </a:rPr>
                <a:t>Which string is strummed</a:t>
              </a:r>
              <a:endParaRPr sz="6000">
                <a:latin typeface="Oxygen"/>
                <a:ea typeface="Oxygen"/>
                <a:cs typeface="Oxygen"/>
                <a:sym typeface="Oxygen"/>
              </a:endParaRPr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13580525" y="29238200"/>
              <a:ext cx="4837500" cy="2955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Oxygen"/>
                  <a:ea typeface="Oxygen"/>
                  <a:cs typeface="Oxygen"/>
                  <a:sym typeface="Oxygen"/>
                </a:rPr>
                <a:t>Signal m</a:t>
              </a:r>
              <a:r>
                <a:rPr lang="en" sz="6000">
                  <a:latin typeface="Oxygen"/>
                  <a:ea typeface="Oxygen"/>
                  <a:cs typeface="Oxygen"/>
                  <a:sym typeface="Oxygen"/>
                </a:rPr>
                <a:t>apped by algorithm</a:t>
              </a:r>
              <a:endParaRPr sz="6000">
                <a:latin typeface="Oxygen"/>
                <a:ea typeface="Oxygen"/>
                <a:cs typeface="Oxygen"/>
                <a:sym typeface="Oxygen"/>
              </a:endParaRPr>
            </a:p>
          </p:txBody>
        </p:sp>
        <p:sp>
          <p:nvSpPr>
            <p:cNvPr id="95" name="Google Shape;95;p13"/>
            <p:cNvSpPr txBox="1"/>
            <p:nvPr/>
          </p:nvSpPr>
          <p:spPr>
            <a:xfrm>
              <a:off x="18587425" y="29968275"/>
              <a:ext cx="5293500" cy="203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0">
                  <a:latin typeface="Oxygen"/>
                  <a:ea typeface="Oxygen"/>
                  <a:cs typeface="Oxygen"/>
                  <a:sym typeface="Oxygen"/>
                </a:rPr>
                <a:t>Output desired note</a:t>
              </a:r>
              <a:endParaRPr sz="6000">
                <a:latin typeface="Oxygen"/>
                <a:ea typeface="Oxygen"/>
                <a:cs typeface="Oxygen"/>
                <a:sym typeface="Oxygen"/>
              </a:endParaRPr>
            </a:p>
          </p:txBody>
        </p:sp>
        <p:grpSp>
          <p:nvGrpSpPr>
            <p:cNvPr id="96" name="Google Shape;96;p13"/>
            <p:cNvGrpSpPr/>
            <p:nvPr/>
          </p:nvGrpSpPr>
          <p:grpSpPr>
            <a:xfrm>
              <a:off x="18746422" y="25917116"/>
              <a:ext cx="4975503" cy="3704722"/>
              <a:chOff x="17413922" y="25347254"/>
              <a:chExt cx="4975503" cy="3704722"/>
            </a:xfrm>
          </p:grpSpPr>
          <p:pic>
            <p:nvPicPr>
              <p:cNvPr id="97" name="Google Shape;97;p13"/>
              <p:cNvPicPr preferRelativeResize="0"/>
              <p:nvPr/>
            </p:nvPicPr>
            <p:blipFill>
              <a:blip r:embed="rId13">
                <a:alphaModFix/>
              </a:blip>
              <a:stretch>
                <a:fillRect/>
              </a:stretch>
            </p:blipFill>
            <p:spPr>
              <a:xfrm rot="5400000">
                <a:off x="16937646" y="26357550"/>
                <a:ext cx="3170700" cy="221815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8" name="Google Shape;98;p13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19146454" y="26010304"/>
                <a:ext cx="1525871" cy="140819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99" name="Google Shape;99;p13"/>
              <p:cNvPicPr preferRelativeResize="0"/>
              <p:nvPr/>
            </p:nvPicPr>
            <p:blipFill>
              <a:blip r:embed="rId14">
                <a:alphaModFix/>
              </a:blip>
              <a:stretch>
                <a:fillRect/>
              </a:stretch>
            </p:blipFill>
            <p:spPr>
              <a:xfrm>
                <a:off x="20863554" y="25347254"/>
                <a:ext cx="1525871" cy="140819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00" name="Google Shape;100;p13"/>
            <p:cNvPicPr preferRelativeResize="0"/>
            <p:nvPr/>
          </p:nvPicPr>
          <p:blipFill rotWithShape="1">
            <a:blip r:embed="rId7">
              <a:alphaModFix/>
            </a:blip>
            <a:srcRect b="18052" l="8919" r="8952" t="16562"/>
            <a:stretch/>
          </p:blipFill>
          <p:spPr>
            <a:xfrm>
              <a:off x="2467075" y="26649762"/>
              <a:ext cx="2869599" cy="29553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3"/>
            <p:cNvPicPr preferRelativeResize="0"/>
            <p:nvPr/>
          </p:nvPicPr>
          <p:blipFill rotWithShape="1">
            <a:blip r:embed="rId9">
              <a:alphaModFix/>
            </a:blip>
            <a:srcRect b="17675" l="7710" r="8298" t="18118"/>
            <a:stretch/>
          </p:blipFill>
          <p:spPr>
            <a:xfrm>
              <a:off x="9288525" y="26626287"/>
              <a:ext cx="2989800" cy="29568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2" name="Google Shape;102;p13"/>
          <p:cNvSpPr txBox="1"/>
          <p:nvPr/>
        </p:nvSpPr>
        <p:spPr>
          <a:xfrm rot="-5400000">
            <a:off x="1367513" y="26975438"/>
            <a:ext cx="7138200" cy="11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latin typeface="Oxygen"/>
                <a:ea typeface="Oxygen"/>
                <a:cs typeface="Oxygen"/>
                <a:sym typeface="Oxygen"/>
              </a:rPr>
              <a:t>Required Force (N)</a:t>
            </a:r>
            <a:endParaRPr sz="6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5630363" y="22271175"/>
            <a:ext cx="14741400" cy="11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latin typeface="Oxygen"/>
                <a:ea typeface="Oxygen"/>
                <a:cs typeface="Oxygen"/>
                <a:sym typeface="Oxygen"/>
              </a:rPr>
              <a:t>Required Force to Fret Guitar Per String</a:t>
            </a:r>
            <a:endParaRPr sz="6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12714075" y="32154375"/>
            <a:ext cx="11391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7394690" y="3125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E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9792528" y="3125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B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12190365" y="3125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G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8" name="Google Shape;108;p13"/>
          <p:cNvSpPr txBox="1"/>
          <p:nvPr/>
        </p:nvSpPr>
        <p:spPr>
          <a:xfrm>
            <a:off x="14496015" y="3125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D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09" name="Google Shape;109;p13"/>
          <p:cNvSpPr txBox="1"/>
          <p:nvPr/>
        </p:nvSpPr>
        <p:spPr>
          <a:xfrm>
            <a:off x="16986040" y="3125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A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0" name="Google Shape;110;p13"/>
          <p:cNvSpPr txBox="1"/>
          <p:nvPr/>
        </p:nvSpPr>
        <p:spPr>
          <a:xfrm>
            <a:off x="19385065" y="3125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E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1" name="Google Shape;111;p13"/>
          <p:cNvSpPr txBox="1"/>
          <p:nvPr/>
        </p:nvSpPr>
        <p:spPr>
          <a:xfrm>
            <a:off x="7943338" y="23410275"/>
            <a:ext cx="4837500" cy="11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chemeClr val="accent1"/>
                </a:solidFill>
              </a:rPr>
              <a:t>Digital Guitar</a:t>
            </a:r>
            <a:endParaRPr sz="6200">
              <a:solidFill>
                <a:schemeClr val="accent1"/>
              </a:solidFill>
            </a:endParaRPr>
          </a:p>
        </p:txBody>
      </p:sp>
      <p:sp>
        <p:nvSpPr>
          <p:cNvPr id="112" name="Google Shape;112;p13"/>
          <p:cNvSpPr txBox="1"/>
          <p:nvPr/>
        </p:nvSpPr>
        <p:spPr>
          <a:xfrm>
            <a:off x="13110188" y="23410275"/>
            <a:ext cx="6259800" cy="11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solidFill>
                  <a:srgbClr val="F45A42"/>
                </a:solidFill>
              </a:rPr>
              <a:t>Acoustic</a:t>
            </a:r>
            <a:r>
              <a:rPr lang="en" sz="6200">
                <a:solidFill>
                  <a:srgbClr val="F45A42"/>
                </a:solidFill>
              </a:rPr>
              <a:t> Guitar</a:t>
            </a:r>
            <a:endParaRPr sz="6200">
              <a:solidFill>
                <a:srgbClr val="F45A42"/>
              </a:solidFill>
            </a:endParaRPr>
          </a:p>
        </p:txBody>
      </p:sp>
      <p:sp>
        <p:nvSpPr>
          <p:cNvPr id="113" name="Google Shape;113;p13"/>
          <p:cNvSpPr txBox="1"/>
          <p:nvPr/>
        </p:nvSpPr>
        <p:spPr>
          <a:xfrm>
            <a:off x="5506165" y="30551100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0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4" name="Google Shape;114;p13"/>
          <p:cNvSpPr txBox="1"/>
          <p:nvPr/>
        </p:nvSpPr>
        <p:spPr>
          <a:xfrm>
            <a:off x="5506165" y="286141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2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5506165" y="264265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4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6" name="Google Shape;116;p13"/>
          <p:cNvSpPr txBox="1"/>
          <p:nvPr/>
        </p:nvSpPr>
        <p:spPr>
          <a:xfrm>
            <a:off x="5506165" y="26527313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4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7" name="Google Shape;117;p13"/>
          <p:cNvSpPr txBox="1"/>
          <p:nvPr/>
        </p:nvSpPr>
        <p:spPr>
          <a:xfrm>
            <a:off x="5506165" y="24440525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6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8" name="Google Shape;118;p13"/>
          <p:cNvSpPr txBox="1"/>
          <p:nvPr/>
        </p:nvSpPr>
        <p:spPr>
          <a:xfrm>
            <a:off x="52725775" y="14570550"/>
            <a:ext cx="10039800" cy="11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latin typeface="Oxygen"/>
                <a:ea typeface="Oxygen"/>
                <a:cs typeface="Oxygen"/>
                <a:sym typeface="Oxygen"/>
              </a:rPr>
              <a:t>String Tension Per String</a:t>
            </a:r>
            <a:endParaRPr sz="6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19" name="Google Shape;119;p13"/>
          <p:cNvSpPr txBox="1"/>
          <p:nvPr/>
        </p:nvSpPr>
        <p:spPr>
          <a:xfrm>
            <a:off x="53283065" y="219122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E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0" name="Google Shape;120;p13"/>
          <p:cNvSpPr txBox="1"/>
          <p:nvPr/>
        </p:nvSpPr>
        <p:spPr>
          <a:xfrm>
            <a:off x="55189665" y="219122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B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1" name="Google Shape;121;p13"/>
          <p:cNvSpPr txBox="1"/>
          <p:nvPr/>
        </p:nvSpPr>
        <p:spPr>
          <a:xfrm>
            <a:off x="57054103" y="219122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G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2" name="Google Shape;122;p13"/>
          <p:cNvSpPr txBox="1"/>
          <p:nvPr/>
        </p:nvSpPr>
        <p:spPr>
          <a:xfrm>
            <a:off x="58978753" y="219122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D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3" name="Google Shape;123;p13"/>
          <p:cNvSpPr txBox="1"/>
          <p:nvPr/>
        </p:nvSpPr>
        <p:spPr>
          <a:xfrm>
            <a:off x="60859178" y="219122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A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4" name="Google Shape;124;p13"/>
          <p:cNvSpPr txBox="1"/>
          <p:nvPr/>
        </p:nvSpPr>
        <p:spPr>
          <a:xfrm>
            <a:off x="62801003" y="21912288"/>
            <a:ext cx="1139100" cy="1108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latin typeface="Oxygen"/>
                <a:ea typeface="Oxygen"/>
                <a:cs typeface="Oxygen"/>
                <a:sym typeface="Oxygen"/>
              </a:rPr>
              <a:t>E</a:t>
            </a:r>
            <a:endParaRPr sz="6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5" name="Google Shape;125;p13"/>
          <p:cNvSpPr txBox="1"/>
          <p:nvPr/>
        </p:nvSpPr>
        <p:spPr>
          <a:xfrm>
            <a:off x="58024425" y="22546550"/>
            <a:ext cx="11391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62338075" y="14938200"/>
            <a:ext cx="11391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51724663" y="15908300"/>
            <a:ext cx="1139100" cy="6341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0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51724665" y="16081288"/>
            <a:ext cx="1139100" cy="9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Oxygen"/>
                <a:ea typeface="Oxygen"/>
                <a:cs typeface="Oxygen"/>
                <a:sym typeface="Oxygen"/>
              </a:rPr>
              <a:t>16</a:t>
            </a:r>
            <a:endParaRPr sz="5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51724665" y="17407213"/>
            <a:ext cx="1139100" cy="9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Oxygen"/>
                <a:ea typeface="Oxygen"/>
                <a:cs typeface="Oxygen"/>
                <a:sym typeface="Oxygen"/>
              </a:rPr>
              <a:t>12</a:t>
            </a:r>
            <a:endParaRPr sz="5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0" name="Google Shape;130;p13"/>
          <p:cNvSpPr txBox="1"/>
          <p:nvPr/>
        </p:nvSpPr>
        <p:spPr>
          <a:xfrm>
            <a:off x="51724665" y="18601988"/>
            <a:ext cx="1139100" cy="9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Oxygen"/>
                <a:ea typeface="Oxygen"/>
                <a:cs typeface="Oxygen"/>
                <a:sym typeface="Oxygen"/>
              </a:rPr>
              <a:t>8</a:t>
            </a:r>
            <a:endParaRPr sz="5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1" name="Google Shape;131;p13"/>
          <p:cNvSpPr txBox="1"/>
          <p:nvPr/>
        </p:nvSpPr>
        <p:spPr>
          <a:xfrm>
            <a:off x="51724665" y="21352013"/>
            <a:ext cx="1139100" cy="9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Oxygen"/>
                <a:ea typeface="Oxygen"/>
                <a:cs typeface="Oxygen"/>
                <a:sym typeface="Oxygen"/>
              </a:rPr>
              <a:t>0</a:t>
            </a:r>
            <a:endParaRPr sz="5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2" name="Google Shape;132;p13"/>
          <p:cNvSpPr txBox="1"/>
          <p:nvPr/>
        </p:nvSpPr>
        <p:spPr>
          <a:xfrm>
            <a:off x="51724665" y="20059063"/>
            <a:ext cx="1139100" cy="9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latin typeface="Oxygen"/>
                <a:ea typeface="Oxygen"/>
                <a:cs typeface="Oxygen"/>
                <a:sym typeface="Oxygen"/>
              </a:rPr>
              <a:t>4</a:t>
            </a:r>
            <a:endParaRPr sz="50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3" name="Google Shape;133;p13"/>
          <p:cNvSpPr txBox="1"/>
          <p:nvPr/>
        </p:nvSpPr>
        <p:spPr>
          <a:xfrm rot="-5400000">
            <a:off x="47809475" y="18639650"/>
            <a:ext cx="7138200" cy="113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6200">
                <a:latin typeface="Oxygen"/>
                <a:ea typeface="Oxygen"/>
                <a:cs typeface="Oxygen"/>
                <a:sym typeface="Oxygen"/>
              </a:rPr>
              <a:t>String Tension </a:t>
            </a:r>
            <a:r>
              <a:rPr lang="en" sz="6200">
                <a:latin typeface="Oxygen"/>
                <a:ea typeface="Oxygen"/>
                <a:cs typeface="Oxygen"/>
                <a:sym typeface="Oxygen"/>
              </a:rPr>
              <a:t> (kg)</a:t>
            </a:r>
            <a:endParaRPr sz="6200">
              <a:latin typeface="Oxygen"/>
              <a:ea typeface="Oxygen"/>
              <a:cs typeface="Oxygen"/>
              <a:sym typeface="Oxygen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4367188" y="22271175"/>
            <a:ext cx="17268000" cy="104529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/>
          <p:nvPr/>
        </p:nvSpPr>
        <p:spPr>
          <a:xfrm>
            <a:off x="55396025" y="15694425"/>
            <a:ext cx="5145000" cy="60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3"/>
          <p:cNvSpPr txBox="1"/>
          <p:nvPr/>
        </p:nvSpPr>
        <p:spPr>
          <a:xfrm>
            <a:off x="53412525" y="15640100"/>
            <a:ext cx="42174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chemeClr val="accent1"/>
                </a:solidFill>
              </a:rPr>
              <a:t>Digital Guitar</a:t>
            </a:r>
            <a:endParaRPr sz="5200">
              <a:solidFill>
                <a:schemeClr val="accent1"/>
              </a:solidFill>
            </a:endParaRPr>
          </a:p>
        </p:txBody>
      </p:sp>
      <p:sp>
        <p:nvSpPr>
          <p:cNvPr id="137" name="Google Shape;137;p13"/>
          <p:cNvSpPr txBox="1"/>
          <p:nvPr/>
        </p:nvSpPr>
        <p:spPr>
          <a:xfrm>
            <a:off x="57836275" y="15617475"/>
            <a:ext cx="56409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200">
                <a:solidFill>
                  <a:srgbClr val="F45A42"/>
                </a:solidFill>
              </a:rPr>
              <a:t>Acoustic Guitar</a:t>
            </a:r>
            <a:endParaRPr sz="5200">
              <a:solidFill>
                <a:srgbClr val="F45A42"/>
              </a:solidFill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3687425" y="32137350"/>
            <a:ext cx="885900" cy="457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